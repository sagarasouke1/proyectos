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66" r:id="rId2"/>
    <p:sldId id="274" r:id="rId3"/>
    <p:sldId id="278" r:id="rId4"/>
  </p:sldIdLst>
  <p:sldSz cx="18288000" cy="10287000"/>
  <p:notesSz cx="6858000" cy="9144000"/>
  <p:embeddedFontLst>
    <p:embeddedFont>
      <p:font typeface="Tomorrow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C295F-FF83-453F-B093-815F2137341A}" type="datetimeFigureOut">
              <a:rPr lang="es-MX" smtClean="0"/>
              <a:t>25/09/2024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619ABF-22B7-49A6-B66F-B3FE78A3E7B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6741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619ABF-22B7-49A6-B66F-B3FE78A3E7B8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9085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619ABF-22B7-49A6-B66F-B3FE78A3E7B8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1235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2D1E989-C0A7-E7AB-2CB8-E97F3DAE24E1}"/>
              </a:ext>
            </a:extLst>
          </p:cNvPr>
          <p:cNvSpPr txBox="1"/>
          <p:nvPr/>
        </p:nvSpPr>
        <p:spPr>
          <a:xfrm>
            <a:off x="685800" y="1943100"/>
            <a:ext cx="1691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b="1" dirty="0">
                <a:solidFill>
                  <a:schemeClr val="accent1">
                    <a:lumMod val="75000"/>
                  </a:schemeClr>
                </a:solidFill>
              </a:rPr>
              <a:t>Objetivo:</a:t>
            </a:r>
            <a:r>
              <a:rPr lang="es-MX" sz="4000" b="1" dirty="0"/>
              <a:t>          </a:t>
            </a:r>
            <a:r>
              <a:rPr lang="es-MX" sz="4000" b="1" dirty="0">
                <a:solidFill>
                  <a:schemeClr val="accent1">
                    <a:lumMod val="75000"/>
                  </a:schemeClr>
                </a:solidFill>
              </a:rPr>
              <a:t>Eliminar documentos físicos (PAPEL) mediante la digitalización.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9DD9119-C522-B4D4-9E4F-12F01DE7AD9A}"/>
              </a:ext>
            </a:extLst>
          </p:cNvPr>
          <p:cNvSpPr/>
          <p:nvPr/>
        </p:nvSpPr>
        <p:spPr>
          <a:xfrm>
            <a:off x="0" y="0"/>
            <a:ext cx="18288000" cy="1333500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2ACAA4B-B1B0-1E8E-ACFC-02A1D9BD303A}"/>
              </a:ext>
            </a:extLst>
          </p:cNvPr>
          <p:cNvSpPr txBox="1"/>
          <p:nvPr/>
        </p:nvSpPr>
        <p:spPr>
          <a:xfrm>
            <a:off x="968476" y="132348"/>
            <a:ext cx="13128523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s-MX" sz="4000" dirty="0">
                <a:solidFill>
                  <a:srgbClr val="FFFFFF"/>
                </a:solidFill>
                <a:latin typeface="Tomorrow"/>
              </a:rPr>
              <a:t>ECODOC Liquidaciones - Digitalización Operativa.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C97A3C72-1427-E1A9-2096-23D37BE6A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1802174"/>
            <a:ext cx="914400" cy="914400"/>
          </a:xfrm>
          <a:prstGeom prst="rect">
            <a:avLst/>
          </a:prstGeom>
        </p:spPr>
      </p:pic>
      <p:grpSp>
        <p:nvGrpSpPr>
          <p:cNvPr id="53" name="Grupo 52">
            <a:extLst>
              <a:ext uri="{FF2B5EF4-FFF2-40B4-BE49-F238E27FC236}">
                <a16:creationId xmlns:a16="http://schemas.microsoft.com/office/drawing/2014/main" id="{31C7FE2F-6722-6176-D067-A3D22B722847}"/>
              </a:ext>
            </a:extLst>
          </p:cNvPr>
          <p:cNvGrpSpPr/>
          <p:nvPr/>
        </p:nvGrpSpPr>
        <p:grpSpPr>
          <a:xfrm>
            <a:off x="1097984" y="7062131"/>
            <a:ext cx="15379724" cy="1663244"/>
            <a:chOff x="688258" y="5975435"/>
            <a:chExt cx="15379724" cy="1663244"/>
          </a:xfrm>
        </p:grpSpPr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690A5439-2124-272F-252B-F45C0B8715F8}"/>
                </a:ext>
              </a:extLst>
            </p:cNvPr>
            <p:cNvSpPr txBox="1"/>
            <p:nvPr/>
          </p:nvSpPr>
          <p:spPr>
            <a:xfrm>
              <a:off x="995516" y="6253684"/>
              <a:ext cx="15072466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s-MX" sz="2800" b="1" dirty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Aptos" panose="020B0004020202020204" pitchFamily="34" charset="0"/>
                </a:rPr>
                <a:t>	     Documentación Fotográfica</a:t>
              </a:r>
              <a:r>
                <a:rPr lang="es-MX" sz="2800" dirty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Aptos" panose="020B0004020202020204" pitchFamily="34" charset="0"/>
                </a:rPr>
                <a:t>:</a:t>
              </a:r>
            </a:p>
            <a:p>
              <a:pPr algn="just"/>
              <a:endParaRPr lang="es-MX" sz="2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endParaRPr>
            </a:p>
            <a:p>
              <a:pPr algn="just"/>
              <a:r>
                <a:rPr lang="es-MX" sz="2800" dirty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Aptos" panose="020B0004020202020204" pitchFamily="34" charset="0"/>
                </a:rPr>
                <a:t>                 Evidencia del viaje por galería fotográfica desde la app del operador.</a:t>
              </a:r>
              <a:endParaRPr lang="es-MX" sz="2400" b="1" dirty="0"/>
            </a:p>
          </p:txBody>
        </p:sp>
        <p:pic>
          <p:nvPicPr>
            <p:cNvPr id="49" name="Imagen 48">
              <a:extLst>
                <a:ext uri="{FF2B5EF4-FFF2-40B4-BE49-F238E27FC236}">
                  <a16:creationId xmlns:a16="http://schemas.microsoft.com/office/drawing/2014/main" id="{90BBB2BE-C436-B812-D9AA-709DC0945F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8258" y="5975435"/>
              <a:ext cx="1219201" cy="1219201"/>
            </a:xfrm>
            <a:prstGeom prst="rect">
              <a:avLst/>
            </a:prstGeom>
          </p:spPr>
        </p:pic>
      </p:grpSp>
      <p:pic>
        <p:nvPicPr>
          <p:cNvPr id="42" name="Imagen 41">
            <a:extLst>
              <a:ext uri="{FF2B5EF4-FFF2-40B4-BE49-F238E27FC236}">
                <a16:creationId xmlns:a16="http://schemas.microsoft.com/office/drawing/2014/main" id="{595E8D1B-41F8-1517-12B6-2D04FC3CA9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155" y="3162744"/>
            <a:ext cx="4785553" cy="3207185"/>
          </a:xfrm>
          <a:prstGeom prst="rect">
            <a:avLst/>
          </a:prstGeom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B26AF179-E719-0394-CBCD-AF44F490B384}"/>
              </a:ext>
            </a:extLst>
          </p:cNvPr>
          <p:cNvSpPr txBox="1"/>
          <p:nvPr/>
        </p:nvSpPr>
        <p:spPr>
          <a:xfrm>
            <a:off x="685800" y="3566694"/>
            <a:ext cx="1178196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es-MX" sz="2800" b="1" dirty="0"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                         </a:t>
            </a:r>
            <a:r>
              <a:rPr lang="es-MX" sz="2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Vales digitales</a:t>
            </a:r>
            <a:r>
              <a:rPr lang="es-MX" sz="2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: </a:t>
            </a:r>
          </a:p>
          <a:p>
            <a:pPr lvl="1" algn="just">
              <a:buSzPts val="1000"/>
              <a:tabLst>
                <a:tab pos="457200" algn="l"/>
              </a:tabLst>
            </a:pPr>
            <a:endParaRPr lang="es-MX" sz="2800" dirty="0"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lvl="4" algn="just">
              <a:buSzPts val="1000"/>
              <a:tabLst>
                <a:tab pos="457200" algn="l"/>
              </a:tabLst>
            </a:pPr>
            <a:r>
              <a:rPr lang="es-MX" sz="2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Los vales serán solicitados desde la aplicación móvil del operador y validados de manera digital por las áreas involucradas.</a:t>
            </a:r>
            <a:endParaRPr lang="es-MX" sz="2400" b="1" dirty="0"/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6F5AA3D8-8977-6BC5-CC46-5416CAB774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238" y="3530452"/>
            <a:ext cx="1676400" cy="1676400"/>
          </a:xfrm>
          <a:prstGeom prst="rect">
            <a:avLst/>
          </a:prstGeom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566A78D0-142F-D881-FC94-7066C1DB96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30251" y="153242"/>
            <a:ext cx="1059426" cy="1059426"/>
          </a:xfrm>
          <a:prstGeom prst="rect">
            <a:avLst/>
          </a:prstGeom>
        </p:spPr>
      </p:pic>
      <p:pic>
        <p:nvPicPr>
          <p:cNvPr id="56" name="Imagen 55">
            <a:extLst>
              <a:ext uri="{FF2B5EF4-FFF2-40B4-BE49-F238E27FC236}">
                <a16:creationId xmlns:a16="http://schemas.microsoft.com/office/drawing/2014/main" id="{C493ACF7-1337-421C-E69E-A3BB77DA587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8271" y="6587368"/>
            <a:ext cx="2841745" cy="351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914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C9DD9119-C522-B4D4-9E4F-12F01DE7AD9A}"/>
              </a:ext>
            </a:extLst>
          </p:cNvPr>
          <p:cNvSpPr/>
          <p:nvPr/>
        </p:nvSpPr>
        <p:spPr>
          <a:xfrm>
            <a:off x="0" y="0"/>
            <a:ext cx="18288000" cy="1333500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2ACAA4B-B1B0-1E8E-ACFC-02A1D9BD303A}"/>
              </a:ext>
            </a:extLst>
          </p:cNvPr>
          <p:cNvSpPr txBox="1"/>
          <p:nvPr/>
        </p:nvSpPr>
        <p:spPr>
          <a:xfrm>
            <a:off x="152400" y="132348"/>
            <a:ext cx="16063452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s-MX" sz="4000" dirty="0">
                <a:solidFill>
                  <a:srgbClr val="FFFFFF"/>
                </a:solidFill>
                <a:latin typeface="Tomorrow"/>
              </a:rPr>
              <a:t>ECODOC Liquidaciones - </a:t>
            </a:r>
            <a:r>
              <a:rPr lang="es-MX" sz="4000" b="1" dirty="0">
                <a:solidFill>
                  <a:srgbClr val="FFFFFF"/>
                </a:solidFill>
                <a:latin typeface="Tomorrow"/>
              </a:rPr>
              <a:t>Proceso Actual.</a:t>
            </a:r>
            <a:endParaRPr lang="es-MX" sz="4000" dirty="0">
              <a:solidFill>
                <a:srgbClr val="FFFFFF"/>
              </a:solidFill>
              <a:latin typeface="Tomorrow"/>
            </a:endParaRP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E3A6D4CE-2F02-1880-D54E-0EFD42103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0251" y="153242"/>
            <a:ext cx="1059426" cy="1059426"/>
          </a:xfrm>
          <a:prstGeom prst="rect">
            <a:avLst/>
          </a:prstGeom>
        </p:spPr>
      </p:pic>
      <p:grpSp>
        <p:nvGrpSpPr>
          <p:cNvPr id="42" name="Grupo 41">
            <a:extLst>
              <a:ext uri="{FF2B5EF4-FFF2-40B4-BE49-F238E27FC236}">
                <a16:creationId xmlns:a16="http://schemas.microsoft.com/office/drawing/2014/main" id="{199FD163-A686-E60F-5AB9-1D5E8ED3E1E9}"/>
              </a:ext>
            </a:extLst>
          </p:cNvPr>
          <p:cNvGrpSpPr/>
          <p:nvPr/>
        </p:nvGrpSpPr>
        <p:grpSpPr>
          <a:xfrm>
            <a:off x="381000" y="2958210"/>
            <a:ext cx="2057400" cy="2348178"/>
            <a:chOff x="1451495" y="2993889"/>
            <a:chExt cx="2057400" cy="2348178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4840ABB1-82A1-C049-CF8D-1E37E999D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51495" y="2993889"/>
              <a:ext cx="2057400" cy="2057400"/>
            </a:xfrm>
            <a:prstGeom prst="rect">
              <a:avLst/>
            </a:prstGeom>
          </p:spPr>
        </p:pic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2563C555-6F51-91B6-A31F-2472D17C12F7}"/>
                </a:ext>
              </a:extLst>
            </p:cNvPr>
            <p:cNvSpPr txBox="1"/>
            <p:nvPr/>
          </p:nvSpPr>
          <p:spPr>
            <a:xfrm>
              <a:off x="1826714" y="4911180"/>
              <a:ext cx="130696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200" b="1" dirty="0">
                  <a:solidFill>
                    <a:schemeClr val="accent1">
                      <a:lumMod val="75000"/>
                    </a:schemeClr>
                  </a:solidFill>
                </a:rPr>
                <a:t>Operador</a:t>
              </a:r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4D4E6253-5D6A-3A43-DF99-72AF7A07DA38}"/>
              </a:ext>
            </a:extLst>
          </p:cNvPr>
          <p:cNvGrpSpPr/>
          <p:nvPr/>
        </p:nvGrpSpPr>
        <p:grpSpPr>
          <a:xfrm>
            <a:off x="3172497" y="3302306"/>
            <a:ext cx="2029145" cy="2357352"/>
            <a:chOff x="3640537" y="3323269"/>
            <a:chExt cx="2029145" cy="2357352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B90C49EB-AA93-372D-C276-B49681F5F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30592" y="3323269"/>
              <a:ext cx="1447801" cy="1447801"/>
            </a:xfrm>
            <a:prstGeom prst="rect">
              <a:avLst/>
            </a:prstGeom>
          </p:spPr>
        </p:pic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6F1EB7D3-5F69-D2CA-49E4-319D672E8973}"/>
                </a:ext>
              </a:extLst>
            </p:cNvPr>
            <p:cNvSpPr txBox="1"/>
            <p:nvPr/>
          </p:nvSpPr>
          <p:spPr>
            <a:xfrm>
              <a:off x="3640537" y="4911180"/>
              <a:ext cx="202914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MX" sz="2200" b="1" dirty="0">
                  <a:solidFill>
                    <a:schemeClr val="accent1">
                      <a:lumMod val="75000"/>
                    </a:schemeClr>
                  </a:solidFill>
                </a:rPr>
                <a:t>Documentación</a:t>
              </a:r>
            </a:p>
            <a:p>
              <a:pPr algn="ctr"/>
              <a:r>
                <a:rPr lang="es-MX" sz="2200" b="1" dirty="0">
                  <a:solidFill>
                    <a:schemeClr val="accent1">
                      <a:lumMod val="75000"/>
                    </a:schemeClr>
                  </a:solidFill>
                </a:rPr>
                <a:t>Física.</a:t>
              </a:r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5377D9E3-56FC-4123-3D9C-7993BF5AC356}"/>
              </a:ext>
            </a:extLst>
          </p:cNvPr>
          <p:cNvGrpSpPr/>
          <p:nvPr/>
        </p:nvGrpSpPr>
        <p:grpSpPr>
          <a:xfrm>
            <a:off x="5935739" y="3231559"/>
            <a:ext cx="1447801" cy="2043378"/>
            <a:chOff x="5892291" y="3298689"/>
            <a:chExt cx="1447801" cy="2043378"/>
          </a:xfrm>
        </p:grpSpPr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F9F0F7FF-5BD8-9554-CE68-5A03F4926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92291" y="3298689"/>
              <a:ext cx="1447801" cy="1447801"/>
            </a:xfrm>
            <a:prstGeom prst="rect">
              <a:avLst/>
            </a:prstGeom>
          </p:spPr>
        </p:pic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5B941A81-F596-966C-3BD6-461B4EFBC8D8}"/>
                </a:ext>
              </a:extLst>
            </p:cNvPr>
            <p:cNvSpPr txBox="1"/>
            <p:nvPr/>
          </p:nvSpPr>
          <p:spPr>
            <a:xfrm>
              <a:off x="5892291" y="4911180"/>
              <a:ext cx="140044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200" b="1" dirty="0">
                  <a:solidFill>
                    <a:schemeClr val="accent1">
                      <a:lumMod val="75000"/>
                    </a:schemeClr>
                  </a:solidFill>
                </a:rPr>
                <a:t>Evidencias</a:t>
              </a:r>
            </a:p>
          </p:txBody>
        </p: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48E9F461-B887-4D59-2DE4-287662000B3E}"/>
              </a:ext>
            </a:extLst>
          </p:cNvPr>
          <p:cNvGrpSpPr/>
          <p:nvPr/>
        </p:nvGrpSpPr>
        <p:grpSpPr>
          <a:xfrm>
            <a:off x="9616666" y="3063872"/>
            <a:ext cx="1676400" cy="2126448"/>
            <a:chOff x="7792992" y="3208970"/>
            <a:chExt cx="1676400" cy="2126448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5406A63A-BC6D-5EC2-679D-79FF52639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92992" y="3208970"/>
              <a:ext cx="1676400" cy="1676400"/>
            </a:xfrm>
            <a:prstGeom prst="rect">
              <a:avLst/>
            </a:prstGeom>
          </p:spPr>
        </p:pic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DE196017-8E93-73D0-6AB4-EF82A235AD0B}"/>
                </a:ext>
              </a:extLst>
            </p:cNvPr>
            <p:cNvSpPr txBox="1"/>
            <p:nvPr/>
          </p:nvSpPr>
          <p:spPr>
            <a:xfrm>
              <a:off x="7813308" y="4904531"/>
              <a:ext cx="164840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200" b="1" dirty="0">
                  <a:solidFill>
                    <a:schemeClr val="accent1">
                      <a:lumMod val="75000"/>
                    </a:schemeClr>
                  </a:solidFill>
                </a:rPr>
                <a:t>Operaciones</a:t>
              </a:r>
            </a:p>
          </p:txBody>
        </p:sp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7E15E763-FF44-EFFA-88DE-302720600420}"/>
              </a:ext>
            </a:extLst>
          </p:cNvPr>
          <p:cNvGrpSpPr/>
          <p:nvPr/>
        </p:nvGrpSpPr>
        <p:grpSpPr>
          <a:xfrm>
            <a:off x="12239548" y="3103923"/>
            <a:ext cx="1354858" cy="2099916"/>
            <a:chOff x="10865486" y="3430883"/>
            <a:chExt cx="1354858" cy="2099916"/>
          </a:xfrm>
        </p:grpSpPr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A98C9217-0443-AA64-2C99-1A65A28394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4688" b="91992" l="9961" r="91797">
                          <a14:foregroundMark x1="47070" y1="16992" x2="53906" y2="43359"/>
                          <a14:foregroundMark x1="53906" y1="43359" x2="67383" y2="46094"/>
                          <a14:foregroundMark x1="67383" y1="46094" x2="76563" y2="34961"/>
                          <a14:foregroundMark x1="76563" y1="34961" x2="77930" y2="21875"/>
                          <a14:foregroundMark x1="77930" y1="21875" x2="74609" y2="9961"/>
                          <a14:foregroundMark x1="74609" y1="9961" x2="62109" y2="4688"/>
                          <a14:foregroundMark x1="62109" y1="4688" x2="45898" y2="11328"/>
                          <a14:foregroundMark x1="45898" y1="11328" x2="48242" y2="20117"/>
                          <a14:foregroundMark x1="45117" y1="52148" x2="34375" y2="56250"/>
                          <a14:foregroundMark x1="34375" y1="56250" x2="26758" y2="65430"/>
                          <a14:foregroundMark x1="26758" y1="65430" x2="27344" y2="90039"/>
                          <a14:foregroundMark x1="27344" y1="90039" x2="41797" y2="95508"/>
                          <a14:foregroundMark x1="41797" y1="95508" x2="68359" y2="91016"/>
                          <a14:foregroundMark x1="68359" y1="91016" x2="90430" y2="94727"/>
                          <a14:foregroundMark x1="90430" y1="94727" x2="96484" y2="82422"/>
                          <a14:foregroundMark x1="96484" y1="82422" x2="95508" y2="66016"/>
                          <a14:foregroundMark x1="95508" y1="66016" x2="91797" y2="56836"/>
                          <a14:foregroundMark x1="91797" y1="56836" x2="68750" y2="50977"/>
                          <a14:foregroundMark x1="68750" y1="50977" x2="45313" y2="52539"/>
                          <a14:foregroundMark x1="45313" y1="52539" x2="44922" y2="52734"/>
                          <a14:foregroundMark x1="50977" y1="52539" x2="60938" y2="52539"/>
                          <a14:foregroundMark x1="60938" y1="52539" x2="72266" y2="52344"/>
                          <a14:foregroundMark x1="72266" y1="52344" x2="62305" y2="81836"/>
                          <a14:foregroundMark x1="62305" y1="81836" x2="49414" y2="53320"/>
                          <a14:foregroundMark x1="52148" y1="52539" x2="66211" y2="53711"/>
                          <a14:foregroundMark x1="66211" y1="53711" x2="65820" y2="66602"/>
                          <a14:foregroundMark x1="65820" y1="66602" x2="61133" y2="76563"/>
                          <a14:foregroundMark x1="61133" y1="76563" x2="52148" y2="61328"/>
                          <a14:foregroundMark x1="52148" y1="61328" x2="50586" y2="53711"/>
                          <a14:foregroundMark x1="49609" y1="52734" x2="61719" y2="54297"/>
                          <a14:foregroundMark x1="61719" y1="54297" x2="54492" y2="75586"/>
                          <a14:foregroundMark x1="54492" y1="75586" x2="48828" y2="62695"/>
                          <a14:foregroundMark x1="48828" y1="62695" x2="48828" y2="53125"/>
                          <a14:foregroundMark x1="50586" y1="55078" x2="64844" y2="52148"/>
                          <a14:foregroundMark x1="64844" y1="52148" x2="57031" y2="69336"/>
                          <a14:foregroundMark x1="57031" y1="69336" x2="49414" y2="55859"/>
                          <a14:foregroundMark x1="50000" y1="55078" x2="58984" y2="63672"/>
                          <a14:foregroundMark x1="58984" y1="63672" x2="50781" y2="55664"/>
                          <a14:foregroundMark x1="50781" y1="55664" x2="50000" y2="55859"/>
                          <a14:foregroundMark x1="43359" y1="73242" x2="43359" y2="86523"/>
                          <a14:foregroundMark x1="43359" y1="86523" x2="53906" y2="91992"/>
                          <a14:foregroundMark x1="53906" y1="91992" x2="54492" y2="80078"/>
                          <a14:foregroundMark x1="54492" y1="80078" x2="47461" y2="70898"/>
                          <a14:foregroundMark x1="47461" y1="70898" x2="42969" y2="75977"/>
                          <a14:foregroundMark x1="43359" y1="75195" x2="43359" y2="90039"/>
                          <a14:foregroundMark x1="43359" y1="90039" x2="55859" y2="90234"/>
                          <a14:foregroundMark x1="55859" y1="90234" x2="57031" y2="72852"/>
                          <a14:foregroundMark x1="57031" y1="72852" x2="42969" y2="72070"/>
                          <a14:foregroundMark x1="42969" y1="72070" x2="44336" y2="75977"/>
                          <a14:foregroundMark x1="44336" y1="76367" x2="46680" y2="90430"/>
                          <a14:foregroundMark x1="46680" y1="90430" x2="53516" y2="75195"/>
                          <a14:foregroundMark x1="53516" y1="75195" x2="43555" y2="77344"/>
                          <a14:foregroundMark x1="43555" y1="77344" x2="42773" y2="81445"/>
                          <a14:foregroundMark x1="71680" y1="75781" x2="69922" y2="78125"/>
                          <a14:backgroundMark x1="20898" y1="34375" x2="20898" y2="34375"/>
                          <a14:backgroundMark x1="14258" y1="21289" x2="29883" y2="38672"/>
                          <a14:backgroundMark x1="29883" y1="38672" x2="41016" y2="41602"/>
                          <a14:backgroundMark x1="41016" y1="41602" x2="26758" y2="57813"/>
                          <a14:backgroundMark x1="26266" y1="65089" x2="26242" y2="65442"/>
                          <a14:backgroundMark x1="26758" y1="57813" x2="26674" y2="59053"/>
                          <a14:backgroundMark x1="23026" y1="83114" x2="9570" y2="78516"/>
                          <a14:backgroundMark x1="9570" y1="78516" x2="8984" y2="25586"/>
                          <a14:backgroundMark x1="8984" y1="25586" x2="23438" y2="18555"/>
                          <a14:backgroundMark x1="23438" y1="18555" x2="34961" y2="19336"/>
                          <a14:backgroundMark x1="34961" y1="19336" x2="46875" y2="36328"/>
                          <a14:backgroundMark x1="46875" y1="36328" x2="44727" y2="47656"/>
                          <a14:backgroundMark x1="30036" y1="55002" x2="26758" y2="56641"/>
                          <a14:backgroundMark x1="32372" y1="53834" x2="31510" y2="54265"/>
                          <a14:backgroundMark x1="44727" y1="47656" x2="41063" y2="49488"/>
                        </a14:backgroundRemoval>
                      </a14:imgEffect>
                    </a14:imgLayer>
                  </a14:imgProps>
                </a:ext>
              </a:extLst>
            </a:blip>
            <a:srcRect l="19420"/>
            <a:stretch/>
          </p:blipFill>
          <p:spPr>
            <a:xfrm>
              <a:off x="10865486" y="3430883"/>
              <a:ext cx="1299359" cy="1612491"/>
            </a:xfrm>
            <a:prstGeom prst="rect">
              <a:avLst/>
            </a:prstGeom>
          </p:spPr>
        </p:pic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59E9BED8-C6B8-7AEF-960B-11E209C2B7BC}"/>
                </a:ext>
              </a:extLst>
            </p:cNvPr>
            <p:cNvSpPr txBox="1"/>
            <p:nvPr/>
          </p:nvSpPr>
          <p:spPr>
            <a:xfrm>
              <a:off x="10865486" y="5099912"/>
              <a:ext cx="135485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200" b="1" dirty="0">
                  <a:solidFill>
                    <a:schemeClr val="accent1">
                      <a:lumMod val="75000"/>
                    </a:schemeClr>
                  </a:solidFill>
                </a:rPr>
                <a:t>Seguridad</a:t>
              </a:r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44CC4F21-FF6D-AEF9-3620-354E2C26A7A9}"/>
              </a:ext>
            </a:extLst>
          </p:cNvPr>
          <p:cNvGrpSpPr/>
          <p:nvPr/>
        </p:nvGrpSpPr>
        <p:grpSpPr>
          <a:xfrm>
            <a:off x="14623289" y="3231559"/>
            <a:ext cx="1778051" cy="1958760"/>
            <a:chOff x="13207973" y="3572038"/>
            <a:chExt cx="1778051" cy="1958760"/>
          </a:xfrm>
        </p:grpSpPr>
        <p:pic>
          <p:nvPicPr>
            <p:cNvPr id="34" name="Imagen 33">
              <a:extLst>
                <a:ext uri="{FF2B5EF4-FFF2-40B4-BE49-F238E27FC236}">
                  <a16:creationId xmlns:a16="http://schemas.microsoft.com/office/drawing/2014/main" id="{6F747CAB-8DDC-53D7-1B24-48A8FA93D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342038" y="3572038"/>
              <a:ext cx="1447800" cy="1447800"/>
            </a:xfrm>
            <a:prstGeom prst="rect">
              <a:avLst/>
            </a:prstGeom>
          </p:spPr>
        </p:pic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2DAA98A0-A439-7792-811F-04740266FDBB}"/>
                </a:ext>
              </a:extLst>
            </p:cNvPr>
            <p:cNvSpPr txBox="1"/>
            <p:nvPr/>
          </p:nvSpPr>
          <p:spPr>
            <a:xfrm>
              <a:off x="13207973" y="5099911"/>
              <a:ext cx="177805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2200" b="1" dirty="0">
                  <a:solidFill>
                    <a:schemeClr val="accent1">
                      <a:lumMod val="75000"/>
                    </a:schemeClr>
                  </a:solidFill>
                </a:rPr>
                <a:t>Liquidaciones</a:t>
              </a:r>
            </a:p>
          </p:txBody>
        </p:sp>
      </p:grp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BECAD594-4775-C39A-EAFD-46D5F8F54538}"/>
              </a:ext>
            </a:extLst>
          </p:cNvPr>
          <p:cNvCxnSpPr>
            <a:cxnSpLocks/>
          </p:cNvCxnSpPr>
          <p:nvPr/>
        </p:nvCxnSpPr>
        <p:spPr>
          <a:xfrm>
            <a:off x="1157665" y="6373188"/>
            <a:ext cx="15947926" cy="0"/>
          </a:xfrm>
          <a:prstGeom prst="straightConnector1">
            <a:avLst/>
          </a:prstGeom>
          <a:ln w="76200" cmpd="sng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ángulo 51">
            <a:extLst>
              <a:ext uri="{FF2B5EF4-FFF2-40B4-BE49-F238E27FC236}">
                <a16:creationId xmlns:a16="http://schemas.microsoft.com/office/drawing/2014/main" id="{970EE010-E5BD-E1D8-C79E-5E5E659DB62B}"/>
              </a:ext>
            </a:extLst>
          </p:cNvPr>
          <p:cNvSpPr/>
          <p:nvPr/>
        </p:nvSpPr>
        <p:spPr>
          <a:xfrm>
            <a:off x="380999" y="2745621"/>
            <a:ext cx="8037535" cy="3054144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18771679-945D-B53C-6C16-2B2504F6F39D}"/>
              </a:ext>
            </a:extLst>
          </p:cNvPr>
          <p:cNvSpPr/>
          <p:nvPr/>
        </p:nvSpPr>
        <p:spPr>
          <a:xfrm>
            <a:off x="8793754" y="2752385"/>
            <a:ext cx="9113246" cy="3054144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BB873EEB-8717-771C-FEDE-2DA4EAEFDAD2}"/>
              </a:ext>
            </a:extLst>
          </p:cNvPr>
          <p:cNvSpPr txBox="1"/>
          <p:nvPr/>
        </p:nvSpPr>
        <p:spPr>
          <a:xfrm>
            <a:off x="381886" y="2020039"/>
            <a:ext cx="32863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b="1" dirty="0">
                <a:solidFill>
                  <a:schemeClr val="accent1">
                    <a:lumMod val="75000"/>
                  </a:schemeClr>
                </a:solidFill>
              </a:rPr>
              <a:t>1er Proceso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FA02171B-7651-A9C3-2846-BC0181596B20}"/>
              </a:ext>
            </a:extLst>
          </p:cNvPr>
          <p:cNvSpPr txBox="1"/>
          <p:nvPr/>
        </p:nvSpPr>
        <p:spPr>
          <a:xfrm>
            <a:off x="8686800" y="2057853"/>
            <a:ext cx="32863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b="1" dirty="0">
                <a:solidFill>
                  <a:schemeClr val="accent1">
                    <a:lumMod val="75000"/>
                  </a:schemeClr>
                </a:solidFill>
              </a:rPr>
              <a:t>2do Proceso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210F7378-6469-67C2-FDB6-DDAEBB644361}"/>
              </a:ext>
            </a:extLst>
          </p:cNvPr>
          <p:cNvSpPr txBox="1"/>
          <p:nvPr/>
        </p:nvSpPr>
        <p:spPr>
          <a:xfrm>
            <a:off x="1168727" y="7621683"/>
            <a:ext cx="159258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4400" b="1" dirty="0">
                <a:solidFill>
                  <a:schemeClr val="accent1">
                    <a:lumMod val="75000"/>
                  </a:schemeClr>
                </a:solidFill>
              </a:rPr>
              <a:t>Proceso Físico y Lineal en la Gestión Documental</a:t>
            </a:r>
          </a:p>
        </p:txBody>
      </p: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BC724AB3-5490-2909-CD2B-0AC61EED65A3}"/>
              </a:ext>
            </a:extLst>
          </p:cNvPr>
          <p:cNvCxnSpPr>
            <a:cxnSpLocks/>
          </p:cNvCxnSpPr>
          <p:nvPr/>
        </p:nvCxnSpPr>
        <p:spPr>
          <a:xfrm>
            <a:off x="1197074" y="6896100"/>
            <a:ext cx="15947926" cy="0"/>
          </a:xfrm>
          <a:prstGeom prst="straightConnector1">
            <a:avLst/>
          </a:prstGeom>
          <a:ln w="76200" cmpd="sng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Imagen 62">
            <a:extLst>
              <a:ext uri="{FF2B5EF4-FFF2-40B4-BE49-F238E27FC236}">
                <a16:creationId xmlns:a16="http://schemas.microsoft.com/office/drawing/2014/main" id="{712E7059-9FBC-B3C7-E3E2-86AD55C0AA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228596" y="5941820"/>
            <a:ext cx="862735" cy="862735"/>
          </a:xfrm>
          <a:prstGeom prst="rect">
            <a:avLst/>
          </a:prstGeom>
        </p:spPr>
      </p:pic>
      <p:pic>
        <p:nvPicPr>
          <p:cNvPr id="65" name="Imagen 64">
            <a:extLst>
              <a:ext uri="{FF2B5EF4-FFF2-40B4-BE49-F238E27FC236}">
                <a16:creationId xmlns:a16="http://schemas.microsoft.com/office/drawing/2014/main" id="{AC2592A1-275C-2183-F5BA-B6D438DEABC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0241" y="6566731"/>
            <a:ext cx="658738" cy="658738"/>
          </a:xfrm>
          <a:prstGeom prst="rect">
            <a:avLst/>
          </a:prstGeom>
        </p:spPr>
      </p:pic>
      <p:pic>
        <p:nvPicPr>
          <p:cNvPr id="72" name="Imagen 71">
            <a:extLst>
              <a:ext uri="{FF2B5EF4-FFF2-40B4-BE49-F238E27FC236}">
                <a16:creationId xmlns:a16="http://schemas.microsoft.com/office/drawing/2014/main" id="{701E996B-6EF5-52D4-C645-C42BB91F30A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300996" y="3364611"/>
            <a:ext cx="793533" cy="79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36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C9DD9119-C522-B4D4-9E4F-12F01DE7AD9A}"/>
              </a:ext>
            </a:extLst>
          </p:cNvPr>
          <p:cNvSpPr/>
          <p:nvPr/>
        </p:nvSpPr>
        <p:spPr>
          <a:xfrm>
            <a:off x="0" y="0"/>
            <a:ext cx="18288000" cy="1333500"/>
          </a:xfrm>
          <a:prstGeom prst="rect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E3A6D4CE-2F02-1880-D54E-0EFD42103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0251" y="153242"/>
            <a:ext cx="1059426" cy="1059426"/>
          </a:xfrm>
          <a:prstGeom prst="rect">
            <a:avLst/>
          </a:prstGeom>
        </p:spPr>
      </p:pic>
      <p:grpSp>
        <p:nvGrpSpPr>
          <p:cNvPr id="50" name="Grupo 49">
            <a:extLst>
              <a:ext uri="{FF2B5EF4-FFF2-40B4-BE49-F238E27FC236}">
                <a16:creationId xmlns:a16="http://schemas.microsoft.com/office/drawing/2014/main" id="{84A27DE3-1A06-22A8-ED0C-F7F3453E6406}"/>
              </a:ext>
            </a:extLst>
          </p:cNvPr>
          <p:cNvGrpSpPr/>
          <p:nvPr/>
        </p:nvGrpSpPr>
        <p:grpSpPr>
          <a:xfrm>
            <a:off x="2362200" y="1606218"/>
            <a:ext cx="11963400" cy="8124289"/>
            <a:chOff x="2057400" y="1596041"/>
            <a:chExt cx="11963400" cy="8124289"/>
          </a:xfrm>
        </p:grpSpPr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5377D9E3-56FC-4123-3D9C-7993BF5AC356}"/>
                </a:ext>
              </a:extLst>
            </p:cNvPr>
            <p:cNvGrpSpPr/>
            <p:nvPr/>
          </p:nvGrpSpPr>
          <p:grpSpPr>
            <a:xfrm>
              <a:off x="12525891" y="5829300"/>
              <a:ext cx="1233110" cy="1722419"/>
              <a:chOff x="5892291" y="3298689"/>
              <a:chExt cx="1447801" cy="2043378"/>
            </a:xfrm>
          </p:grpSpPr>
          <p:pic>
            <p:nvPicPr>
              <p:cNvPr id="22" name="Imagen 21">
                <a:extLst>
                  <a:ext uri="{FF2B5EF4-FFF2-40B4-BE49-F238E27FC236}">
                    <a16:creationId xmlns:a16="http://schemas.microsoft.com/office/drawing/2014/main" id="{F9F0F7FF-5BD8-9554-CE68-5A03F49262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92291" y="3298689"/>
                <a:ext cx="1447801" cy="1447801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5B941A81-F596-966C-3BD6-461B4EFBC8D8}"/>
                  </a:ext>
                </a:extLst>
              </p:cNvPr>
              <p:cNvSpPr txBox="1"/>
              <p:nvPr/>
            </p:nvSpPr>
            <p:spPr>
              <a:xfrm>
                <a:off x="5892291" y="4911180"/>
                <a:ext cx="140044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2200" b="1" dirty="0">
                    <a:solidFill>
                      <a:schemeClr val="accent1">
                        <a:lumMod val="75000"/>
                      </a:schemeClr>
                    </a:solidFill>
                  </a:rPr>
                  <a:t>Evidencias</a:t>
                </a:r>
              </a:p>
            </p:txBody>
          </p:sp>
        </p:grpSp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48E9F461-B887-4D59-2DE4-287662000B3E}"/>
                </a:ext>
              </a:extLst>
            </p:cNvPr>
            <p:cNvGrpSpPr/>
            <p:nvPr/>
          </p:nvGrpSpPr>
          <p:grpSpPr>
            <a:xfrm>
              <a:off x="12495042" y="7886700"/>
              <a:ext cx="1525758" cy="1833630"/>
              <a:chOff x="7792992" y="3208970"/>
              <a:chExt cx="1676400" cy="2126448"/>
            </a:xfrm>
          </p:grpSpPr>
          <p:pic>
            <p:nvPicPr>
              <p:cNvPr id="15" name="Imagen 14">
                <a:extLst>
                  <a:ext uri="{FF2B5EF4-FFF2-40B4-BE49-F238E27FC236}">
                    <a16:creationId xmlns:a16="http://schemas.microsoft.com/office/drawing/2014/main" id="{5406A63A-BC6D-5EC2-679D-79FF526391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92992" y="3208970"/>
                <a:ext cx="1676400" cy="1676400"/>
              </a:xfrm>
              <a:prstGeom prst="rect">
                <a:avLst/>
              </a:prstGeom>
            </p:spPr>
          </p:pic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DE196017-8E93-73D0-6AB4-EF82A235AD0B}"/>
                  </a:ext>
                </a:extLst>
              </p:cNvPr>
              <p:cNvSpPr txBox="1"/>
              <p:nvPr/>
            </p:nvSpPr>
            <p:spPr>
              <a:xfrm>
                <a:off x="7813308" y="4904531"/>
                <a:ext cx="164840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2200" b="1" dirty="0">
                    <a:solidFill>
                      <a:schemeClr val="accent1">
                        <a:lumMod val="75000"/>
                      </a:schemeClr>
                    </a:solidFill>
                  </a:rPr>
                  <a:t>Operaciones</a:t>
                </a:r>
              </a:p>
            </p:txBody>
          </p:sp>
        </p:grpSp>
        <p:grpSp>
          <p:nvGrpSpPr>
            <p:cNvPr id="48" name="Grupo 47">
              <a:extLst>
                <a:ext uri="{FF2B5EF4-FFF2-40B4-BE49-F238E27FC236}">
                  <a16:creationId xmlns:a16="http://schemas.microsoft.com/office/drawing/2014/main" id="{7E15E763-FF44-EFFA-88DE-302720600420}"/>
                </a:ext>
              </a:extLst>
            </p:cNvPr>
            <p:cNvGrpSpPr/>
            <p:nvPr/>
          </p:nvGrpSpPr>
          <p:grpSpPr>
            <a:xfrm>
              <a:off x="12488857" y="3561348"/>
              <a:ext cx="1233110" cy="1810752"/>
              <a:chOff x="10865486" y="3430883"/>
              <a:chExt cx="1354858" cy="2099916"/>
            </a:xfrm>
          </p:grpSpPr>
          <p:pic>
            <p:nvPicPr>
              <p:cNvPr id="26" name="Imagen 25">
                <a:extLst>
                  <a:ext uri="{FF2B5EF4-FFF2-40B4-BE49-F238E27FC236}">
                    <a16:creationId xmlns:a16="http://schemas.microsoft.com/office/drawing/2014/main" id="{A98C9217-0443-AA64-2C99-1A65A283948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4688" b="91992" l="9961" r="91797">
                            <a14:foregroundMark x1="47070" y1="16992" x2="53906" y2="43359"/>
                            <a14:foregroundMark x1="53906" y1="43359" x2="67383" y2="46094"/>
                            <a14:foregroundMark x1="67383" y1="46094" x2="76563" y2="34961"/>
                            <a14:foregroundMark x1="76563" y1="34961" x2="77930" y2="21875"/>
                            <a14:foregroundMark x1="77930" y1="21875" x2="74609" y2="9961"/>
                            <a14:foregroundMark x1="74609" y1="9961" x2="62109" y2="4688"/>
                            <a14:foregroundMark x1="62109" y1="4688" x2="45898" y2="11328"/>
                            <a14:foregroundMark x1="45898" y1="11328" x2="48242" y2="20117"/>
                            <a14:foregroundMark x1="45117" y1="52148" x2="34375" y2="56250"/>
                            <a14:foregroundMark x1="34375" y1="56250" x2="26758" y2="65430"/>
                            <a14:foregroundMark x1="26758" y1="65430" x2="27344" y2="90039"/>
                            <a14:foregroundMark x1="27344" y1="90039" x2="41797" y2="95508"/>
                            <a14:foregroundMark x1="41797" y1="95508" x2="68359" y2="91016"/>
                            <a14:foregroundMark x1="68359" y1="91016" x2="90430" y2="94727"/>
                            <a14:foregroundMark x1="90430" y1="94727" x2="96484" y2="82422"/>
                            <a14:foregroundMark x1="96484" y1="82422" x2="95508" y2="66016"/>
                            <a14:foregroundMark x1="95508" y1="66016" x2="91797" y2="56836"/>
                            <a14:foregroundMark x1="91797" y1="56836" x2="68750" y2="50977"/>
                            <a14:foregroundMark x1="68750" y1="50977" x2="45313" y2="52539"/>
                            <a14:foregroundMark x1="45313" y1="52539" x2="44922" y2="52734"/>
                            <a14:foregroundMark x1="50977" y1="52539" x2="60938" y2="52539"/>
                            <a14:foregroundMark x1="60938" y1="52539" x2="72266" y2="52344"/>
                            <a14:foregroundMark x1="72266" y1="52344" x2="62305" y2="81836"/>
                            <a14:foregroundMark x1="62305" y1="81836" x2="49414" y2="53320"/>
                            <a14:foregroundMark x1="52148" y1="52539" x2="66211" y2="53711"/>
                            <a14:foregroundMark x1="66211" y1="53711" x2="65820" y2="66602"/>
                            <a14:foregroundMark x1="65820" y1="66602" x2="61133" y2="76563"/>
                            <a14:foregroundMark x1="61133" y1="76563" x2="52148" y2="61328"/>
                            <a14:foregroundMark x1="52148" y1="61328" x2="50586" y2="53711"/>
                            <a14:foregroundMark x1="49609" y1="52734" x2="61719" y2="54297"/>
                            <a14:foregroundMark x1="61719" y1="54297" x2="54492" y2="75586"/>
                            <a14:foregroundMark x1="54492" y1="75586" x2="48828" y2="62695"/>
                            <a14:foregroundMark x1="48828" y1="62695" x2="48828" y2="53125"/>
                            <a14:foregroundMark x1="50586" y1="55078" x2="64844" y2="52148"/>
                            <a14:foregroundMark x1="64844" y1="52148" x2="57031" y2="69336"/>
                            <a14:foregroundMark x1="57031" y1="69336" x2="49414" y2="55859"/>
                            <a14:foregroundMark x1="50000" y1="55078" x2="58984" y2="63672"/>
                            <a14:foregroundMark x1="58984" y1="63672" x2="50781" y2="55664"/>
                            <a14:foregroundMark x1="50781" y1="55664" x2="50000" y2="55859"/>
                            <a14:foregroundMark x1="43359" y1="73242" x2="43359" y2="86523"/>
                            <a14:foregroundMark x1="43359" y1="86523" x2="53906" y2="91992"/>
                            <a14:foregroundMark x1="53906" y1="91992" x2="54492" y2="80078"/>
                            <a14:foregroundMark x1="54492" y1="80078" x2="47461" y2="70898"/>
                            <a14:foregroundMark x1="47461" y1="70898" x2="42969" y2="75977"/>
                            <a14:foregroundMark x1="43359" y1="75195" x2="43359" y2="90039"/>
                            <a14:foregroundMark x1="43359" y1="90039" x2="55859" y2="90234"/>
                            <a14:foregroundMark x1="55859" y1="90234" x2="57031" y2="72852"/>
                            <a14:foregroundMark x1="57031" y1="72852" x2="42969" y2="72070"/>
                            <a14:foregroundMark x1="42969" y1="72070" x2="44336" y2="75977"/>
                            <a14:foregroundMark x1="44336" y1="76367" x2="46680" y2="90430"/>
                            <a14:foregroundMark x1="46680" y1="90430" x2="53516" y2="75195"/>
                            <a14:foregroundMark x1="53516" y1="75195" x2="43555" y2="77344"/>
                            <a14:foregroundMark x1="43555" y1="77344" x2="42773" y2="81445"/>
                            <a14:foregroundMark x1="71680" y1="75781" x2="69922" y2="78125"/>
                            <a14:backgroundMark x1="20898" y1="34375" x2="20898" y2="34375"/>
                            <a14:backgroundMark x1="14258" y1="21289" x2="29883" y2="38672"/>
                            <a14:backgroundMark x1="29883" y1="38672" x2="41016" y2="41602"/>
                            <a14:backgroundMark x1="41016" y1="41602" x2="26758" y2="57813"/>
                            <a14:backgroundMark x1="26266" y1="65089" x2="26242" y2="65442"/>
                            <a14:backgroundMark x1="26758" y1="57813" x2="26674" y2="59053"/>
                            <a14:backgroundMark x1="23026" y1="83114" x2="9570" y2="78516"/>
                            <a14:backgroundMark x1="9570" y1="78516" x2="8984" y2="25586"/>
                            <a14:backgroundMark x1="8984" y1="25586" x2="23438" y2="18555"/>
                            <a14:backgroundMark x1="23438" y1="18555" x2="34961" y2="19336"/>
                            <a14:backgroundMark x1="34961" y1="19336" x2="46875" y2="36328"/>
                            <a14:backgroundMark x1="46875" y1="36328" x2="44727" y2="47656"/>
                            <a14:backgroundMark x1="30036" y1="55002" x2="26758" y2="56641"/>
                            <a14:backgroundMark x1="32372" y1="53834" x2="31510" y2="54265"/>
                            <a14:backgroundMark x1="44727" y1="47656" x2="41063" y2="49488"/>
                          </a14:backgroundRemoval>
                        </a14:imgEffect>
                      </a14:imgLayer>
                    </a14:imgProps>
                  </a:ext>
                </a:extLst>
              </a:blip>
              <a:srcRect l="19420"/>
              <a:stretch/>
            </p:blipFill>
            <p:spPr>
              <a:xfrm>
                <a:off x="10865486" y="3430883"/>
                <a:ext cx="1299359" cy="1612491"/>
              </a:xfrm>
              <a:prstGeom prst="rect">
                <a:avLst/>
              </a:prstGeom>
            </p:spPr>
          </p:pic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59E9BED8-C6B8-7AEF-960B-11E209C2B7BC}"/>
                  </a:ext>
                </a:extLst>
              </p:cNvPr>
              <p:cNvSpPr txBox="1"/>
              <p:nvPr/>
            </p:nvSpPr>
            <p:spPr>
              <a:xfrm>
                <a:off x="10865486" y="5099912"/>
                <a:ext cx="135485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2200" b="1" dirty="0">
                    <a:solidFill>
                      <a:schemeClr val="accent1">
                        <a:lumMod val="75000"/>
                      </a:schemeClr>
                    </a:solidFill>
                  </a:rPr>
                  <a:t>Seguridad</a:t>
                </a:r>
              </a:p>
            </p:txBody>
          </p:sp>
        </p:grpSp>
        <p:grpSp>
          <p:nvGrpSpPr>
            <p:cNvPr id="49" name="Grupo 48">
              <a:extLst>
                <a:ext uri="{FF2B5EF4-FFF2-40B4-BE49-F238E27FC236}">
                  <a16:creationId xmlns:a16="http://schemas.microsoft.com/office/drawing/2014/main" id="{44CC4F21-FF6D-AEF9-3620-354E2C26A7A9}"/>
                </a:ext>
              </a:extLst>
            </p:cNvPr>
            <p:cNvGrpSpPr/>
            <p:nvPr/>
          </p:nvGrpSpPr>
          <p:grpSpPr>
            <a:xfrm>
              <a:off x="12307069" y="1596041"/>
              <a:ext cx="1618275" cy="1689034"/>
              <a:chOff x="13207973" y="3572038"/>
              <a:chExt cx="1778051" cy="1958760"/>
            </a:xfrm>
          </p:grpSpPr>
          <p:pic>
            <p:nvPicPr>
              <p:cNvPr id="34" name="Imagen 33">
                <a:extLst>
                  <a:ext uri="{FF2B5EF4-FFF2-40B4-BE49-F238E27FC236}">
                    <a16:creationId xmlns:a16="http://schemas.microsoft.com/office/drawing/2014/main" id="{6F747CAB-8DDC-53D7-1B24-48A8FA93D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342038" y="3572038"/>
                <a:ext cx="1447800" cy="1447800"/>
              </a:xfrm>
              <a:prstGeom prst="rect">
                <a:avLst/>
              </a:prstGeom>
            </p:spPr>
          </p:pic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2DAA98A0-A439-7792-811F-04740266FDBB}"/>
                  </a:ext>
                </a:extLst>
              </p:cNvPr>
              <p:cNvSpPr txBox="1"/>
              <p:nvPr/>
            </p:nvSpPr>
            <p:spPr>
              <a:xfrm>
                <a:off x="13207973" y="5099911"/>
                <a:ext cx="177805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2200" b="1" dirty="0">
                    <a:solidFill>
                      <a:schemeClr val="accent1">
                        <a:lumMod val="75000"/>
                      </a:schemeClr>
                    </a:solidFill>
                  </a:rPr>
                  <a:t>Liquidaciones</a:t>
                </a:r>
              </a:p>
            </p:txBody>
          </p:sp>
        </p:grpSp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37200A9-2CC5-8C6C-424C-0096CEFEF746}"/>
                </a:ext>
              </a:extLst>
            </p:cNvPr>
            <p:cNvGrpSpPr/>
            <p:nvPr/>
          </p:nvGrpSpPr>
          <p:grpSpPr>
            <a:xfrm>
              <a:off x="2057400" y="4274995"/>
              <a:ext cx="2043272" cy="2422716"/>
              <a:chOff x="247901" y="4762500"/>
              <a:chExt cx="2043272" cy="2422716"/>
            </a:xfrm>
          </p:grpSpPr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199FD163-A686-E60F-5AB9-1D5E8ED3E1E9}"/>
                  </a:ext>
                </a:extLst>
              </p:cNvPr>
              <p:cNvGrpSpPr/>
              <p:nvPr/>
            </p:nvGrpSpPr>
            <p:grpSpPr>
              <a:xfrm>
                <a:off x="247901" y="4762500"/>
                <a:ext cx="1872521" cy="2422716"/>
                <a:chOff x="1451495" y="2993889"/>
                <a:chExt cx="2057400" cy="2809606"/>
              </a:xfrm>
            </p:grpSpPr>
            <p:pic>
              <p:nvPicPr>
                <p:cNvPr id="8" name="Imagen 7">
                  <a:extLst>
                    <a:ext uri="{FF2B5EF4-FFF2-40B4-BE49-F238E27FC236}">
                      <a16:creationId xmlns:a16="http://schemas.microsoft.com/office/drawing/2014/main" id="{4840ABB1-82A1-C049-CF8D-1E37E999DF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51495" y="2993889"/>
                  <a:ext cx="2057400" cy="2057400"/>
                </a:xfrm>
                <a:prstGeom prst="rect">
                  <a:avLst/>
                </a:prstGeom>
              </p:spPr>
            </p:pic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2563C555-6F51-91B6-A31F-2472D17C12F7}"/>
                    </a:ext>
                  </a:extLst>
                </p:cNvPr>
                <p:cNvSpPr txBox="1"/>
                <p:nvPr/>
              </p:nvSpPr>
              <p:spPr>
                <a:xfrm>
                  <a:off x="1934539" y="4911180"/>
                  <a:ext cx="1436001" cy="8923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endParaRPr lang="es-MX" sz="2200" b="1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  <a:p>
                  <a:pPr algn="ctr"/>
                  <a:r>
                    <a:rPr lang="es-MX" sz="2200" b="1" dirty="0">
                      <a:solidFill>
                        <a:schemeClr val="accent1">
                          <a:lumMod val="75000"/>
                        </a:schemeClr>
                      </a:solidFill>
                    </a:rPr>
                    <a:t>Operador</a:t>
                  </a:r>
                </a:p>
              </p:txBody>
            </p:sp>
          </p:grpSp>
          <p:grpSp>
            <p:nvGrpSpPr>
              <p:cNvPr id="2" name="Grupo 1">
                <a:extLst>
                  <a:ext uri="{FF2B5EF4-FFF2-40B4-BE49-F238E27FC236}">
                    <a16:creationId xmlns:a16="http://schemas.microsoft.com/office/drawing/2014/main" id="{55FA936E-BEB5-3C44-AEE5-CDF992685F0B}"/>
                  </a:ext>
                </a:extLst>
              </p:cNvPr>
              <p:cNvGrpSpPr/>
              <p:nvPr/>
            </p:nvGrpSpPr>
            <p:grpSpPr>
              <a:xfrm>
                <a:off x="1327918" y="5627865"/>
                <a:ext cx="963255" cy="1380395"/>
                <a:chOff x="4074062" y="3009900"/>
                <a:chExt cx="1676400" cy="2496799"/>
              </a:xfrm>
            </p:grpSpPr>
            <p:pic>
              <p:nvPicPr>
                <p:cNvPr id="5" name="Imagen 4">
                  <a:extLst>
                    <a:ext uri="{FF2B5EF4-FFF2-40B4-BE49-F238E27FC236}">
                      <a16:creationId xmlns:a16="http://schemas.microsoft.com/office/drawing/2014/main" id="{071C7635-723D-F247-611C-CC42643951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74062" y="3009900"/>
                  <a:ext cx="1676400" cy="1676400"/>
                </a:xfrm>
                <a:prstGeom prst="rect">
                  <a:avLst/>
                </a:prstGeom>
              </p:spPr>
            </p:pic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6F1EB7D3-5F69-D2CA-49E4-319D672E8973}"/>
                    </a:ext>
                  </a:extLst>
                </p:cNvPr>
                <p:cNvSpPr txBox="1"/>
                <p:nvPr/>
              </p:nvSpPr>
              <p:spPr>
                <a:xfrm>
                  <a:off x="4635922" y="4727329"/>
                  <a:ext cx="321496" cy="7793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endParaRPr lang="es-MX" sz="2200" b="1" dirty="0">
                    <a:solidFill>
                      <a:schemeClr val="accent1">
                        <a:lumMod val="7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C362589B-7E02-00EC-CAEE-DB9725DD6E8A}"/>
                </a:ext>
              </a:extLst>
            </p:cNvPr>
            <p:cNvGrpSpPr/>
            <p:nvPr/>
          </p:nvGrpSpPr>
          <p:grpSpPr>
            <a:xfrm>
              <a:off x="6684050" y="4630707"/>
              <a:ext cx="1595568" cy="1560979"/>
              <a:chOff x="4628566" y="4758699"/>
              <a:chExt cx="1595568" cy="1560979"/>
            </a:xfrm>
          </p:grpSpPr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9C353F62-DA48-6261-2CA1-631A49380CFB}"/>
                  </a:ext>
                </a:extLst>
              </p:cNvPr>
              <p:cNvGrpSpPr/>
              <p:nvPr/>
            </p:nvGrpSpPr>
            <p:grpSpPr>
              <a:xfrm>
                <a:off x="4628566" y="5165762"/>
                <a:ext cx="1595568" cy="1153916"/>
                <a:chOff x="4173073" y="5165762"/>
                <a:chExt cx="1595568" cy="1153916"/>
              </a:xfrm>
            </p:grpSpPr>
            <p:pic>
              <p:nvPicPr>
                <p:cNvPr id="10" name="Imagen 9">
                  <a:extLst>
                    <a:ext uri="{FF2B5EF4-FFF2-40B4-BE49-F238E27FC236}">
                      <a16:creationId xmlns:a16="http://schemas.microsoft.com/office/drawing/2014/main" id="{823DF8F1-919D-22E1-BA9F-2AA5406C97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775338" y="5220364"/>
                  <a:ext cx="993303" cy="993303"/>
                </a:xfrm>
                <a:prstGeom prst="rect">
                  <a:avLst/>
                </a:prstGeom>
              </p:spPr>
            </p:pic>
            <p:pic>
              <p:nvPicPr>
                <p:cNvPr id="4" name="Picture 24" descr="factura ">
                  <a:extLst>
                    <a:ext uri="{FF2B5EF4-FFF2-40B4-BE49-F238E27FC236}">
                      <a16:creationId xmlns:a16="http://schemas.microsoft.com/office/drawing/2014/main" id="{0397887A-1C11-746F-1080-AF5134D738F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173073" y="5165762"/>
                  <a:ext cx="1153916" cy="115391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F520550-8053-D792-C3B2-654C601DEF06}"/>
                  </a:ext>
                </a:extLst>
              </p:cNvPr>
              <p:cNvSpPr txBox="1"/>
              <p:nvPr/>
            </p:nvSpPr>
            <p:spPr>
              <a:xfrm>
                <a:off x="4698401" y="4758699"/>
                <a:ext cx="9339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MX" sz="2400" b="1" dirty="0">
                    <a:solidFill>
                      <a:schemeClr val="accent5">
                        <a:lumMod val="75000"/>
                      </a:schemeClr>
                    </a:solidFill>
                  </a:rPr>
                  <a:t>SCP</a:t>
                </a:r>
              </a:p>
            </p:txBody>
          </p:sp>
        </p:grpSp>
        <p:cxnSp>
          <p:nvCxnSpPr>
            <p:cNvPr id="16" name="Conector recto de flecha 15">
              <a:extLst>
                <a:ext uri="{FF2B5EF4-FFF2-40B4-BE49-F238E27FC236}">
                  <a16:creationId xmlns:a16="http://schemas.microsoft.com/office/drawing/2014/main" id="{ED9AA53C-3EE6-DB6B-A7DD-64EB91AD8863}"/>
                </a:ext>
              </a:extLst>
            </p:cNvPr>
            <p:cNvCxnSpPr>
              <a:stCxn id="5" idx="3"/>
              <a:endCxn id="4" idx="1"/>
            </p:cNvCxnSpPr>
            <p:nvPr/>
          </p:nvCxnSpPr>
          <p:spPr>
            <a:xfrm>
              <a:off x="4100672" y="5603772"/>
              <a:ext cx="2583378" cy="10956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3C0533B8-59EA-FD6C-B26F-8154953699AA}"/>
                </a:ext>
              </a:extLst>
            </p:cNvPr>
            <p:cNvCxnSpPr>
              <a:cxnSpLocks/>
              <a:stCxn id="10" idx="3"/>
              <a:endCxn id="26" idx="1"/>
            </p:cNvCxnSpPr>
            <p:nvPr/>
          </p:nvCxnSpPr>
          <p:spPr>
            <a:xfrm flipV="1">
              <a:off x="8279618" y="4256572"/>
              <a:ext cx="4209239" cy="1332452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6ED97C28-27D9-E771-B5CC-CCE2AAD23A88}"/>
                </a:ext>
              </a:extLst>
            </p:cNvPr>
            <p:cNvCxnSpPr>
              <a:cxnSpLocks/>
              <a:stCxn id="10" idx="3"/>
              <a:endCxn id="34" idx="1"/>
            </p:cNvCxnSpPr>
            <p:nvPr/>
          </p:nvCxnSpPr>
          <p:spPr>
            <a:xfrm flipV="1">
              <a:off x="8279618" y="2220258"/>
              <a:ext cx="4149469" cy="3368766"/>
            </a:xfrm>
            <a:prstGeom prst="straightConnector1">
              <a:avLst/>
            </a:prstGeom>
            <a:ln w="38100"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8A561E1C-CF55-5E1C-A94E-BFE584E915F3}"/>
                </a:ext>
              </a:extLst>
            </p:cNvPr>
            <p:cNvCxnSpPr>
              <a:cxnSpLocks/>
              <a:stCxn id="10" idx="3"/>
              <a:endCxn id="22" idx="1"/>
            </p:cNvCxnSpPr>
            <p:nvPr/>
          </p:nvCxnSpPr>
          <p:spPr>
            <a:xfrm>
              <a:off x="8279618" y="5589024"/>
              <a:ext cx="4246273" cy="850472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de flecha 28">
              <a:extLst>
                <a:ext uri="{FF2B5EF4-FFF2-40B4-BE49-F238E27FC236}">
                  <a16:creationId xmlns:a16="http://schemas.microsoft.com/office/drawing/2014/main" id="{D598F7D7-6026-90E7-B337-AF36E3003EB2}"/>
                </a:ext>
              </a:extLst>
            </p:cNvPr>
            <p:cNvCxnSpPr>
              <a:cxnSpLocks/>
              <a:stCxn id="10" idx="3"/>
              <a:endCxn id="15" idx="1"/>
            </p:cNvCxnSpPr>
            <p:nvPr/>
          </p:nvCxnSpPr>
          <p:spPr>
            <a:xfrm>
              <a:off x="8279618" y="5589024"/>
              <a:ext cx="4215424" cy="3020454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Rectangle 1">
            <a:extLst>
              <a:ext uri="{FF2B5EF4-FFF2-40B4-BE49-F238E27FC236}">
                <a16:creationId xmlns:a16="http://schemas.microsoft.com/office/drawing/2014/main" id="{5448C972-2F4B-3396-8745-EDE65E115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30" y="7212867"/>
            <a:ext cx="71628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MX" altLang="es-MX" sz="28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Beneficios: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MX" altLang="es-MX" sz="2800" b="1" i="0" u="none" strike="noStrike" cap="none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Eficiencia operativa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Reducción de errores manuales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Centralización de información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8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Acceso instantáneo y compartido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B68BA9E-B9B0-04FC-C2D6-48214267C937}"/>
              </a:ext>
            </a:extLst>
          </p:cNvPr>
          <p:cNvSpPr txBox="1"/>
          <p:nvPr/>
        </p:nvSpPr>
        <p:spPr>
          <a:xfrm>
            <a:off x="152400" y="132348"/>
            <a:ext cx="16063452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s-MX" sz="4000" dirty="0">
                <a:solidFill>
                  <a:srgbClr val="FFFFFF"/>
                </a:solidFill>
                <a:latin typeface="Tomorrow"/>
              </a:rPr>
              <a:t>ECODOC Liquidaciones - </a:t>
            </a:r>
            <a:r>
              <a:rPr lang="es-MX" sz="4000" b="1" dirty="0">
                <a:solidFill>
                  <a:srgbClr val="FFFFFF"/>
                </a:solidFill>
                <a:latin typeface="Tomorrow"/>
              </a:rPr>
              <a:t>Proceso Digitalizado.</a:t>
            </a:r>
            <a:endParaRPr lang="es-MX" sz="4000" dirty="0">
              <a:solidFill>
                <a:srgbClr val="FFFFFF"/>
              </a:solidFill>
              <a:latin typeface="Tomorrow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34ECD53-C473-5C26-7D9F-9D001340AF86}"/>
              </a:ext>
            </a:extLst>
          </p:cNvPr>
          <p:cNvSpPr txBox="1"/>
          <p:nvPr/>
        </p:nvSpPr>
        <p:spPr>
          <a:xfrm>
            <a:off x="16764000" y="9342432"/>
            <a:ext cx="10440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dirty="0"/>
              <a:t>Excel</a:t>
            </a:r>
          </a:p>
        </p:txBody>
      </p:sp>
    </p:spTree>
    <p:extLst>
      <p:ext uri="{BB962C8B-B14F-4D97-AF65-F5344CB8AC3E}">
        <p14:creationId xmlns:p14="http://schemas.microsoft.com/office/powerpoint/2010/main" val="354422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AF934F6-7695-452D-94BB-CA260FFD189E}">
  <we:reference id="wa200005566" version="3.0.0.2" store="es-MX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34307</TotalTime>
  <Words>120</Words>
  <Application>Microsoft Office PowerPoint</Application>
  <PresentationFormat>Personalizado</PresentationFormat>
  <Paragraphs>36</Paragraphs>
  <Slides>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Tomorrow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SCP - Precentacion Agenda</dc:title>
  <dc:creator>USUARIO-209</dc:creator>
  <cp:lastModifiedBy>David Jara</cp:lastModifiedBy>
  <cp:revision>23</cp:revision>
  <dcterms:created xsi:type="dcterms:W3CDTF">2006-08-16T00:00:00Z</dcterms:created>
  <dcterms:modified xsi:type="dcterms:W3CDTF">2024-09-25T17:18:15Z</dcterms:modified>
  <dc:identifier>DAGB4jaLU2E</dc:identifier>
</cp:coreProperties>
</file>